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F2027"/>
                </a:solidFill>
                <a:latin typeface="Georgia"/>
              </a:defRPr>
            </a:pPr>
            <a:r>
              <a:t>FY2025 Strategic Budget &amp; Allocation</a:t>
            </a:r>
          </a:p>
          <a:p>
            <a:pPr>
              <a:defRPr sz="1800">
                <a:solidFill>
                  <a:srgbClr val="7F8C8D"/>
                </a:solidFill>
                <a:latin typeface="Georgia"/>
              </a:defRPr>
            </a:pPr>
            <a:r>
              <a:t>Leadership Overview - Financial Targets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Georgia"/>
              </a:defRPr>
            </a:pPr>
            <a:r>
              <a:t>Key Financial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108960" cy="2011680"/>
          </a:xfrm>
          <a:prstGeom prst="roundRect">
            <a:avLst/>
          </a:prstGeom>
          <a:solidFill>
            <a:srgbClr val="EE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Fiscal Year</a:t>
            </a:r>
          </a:p>
          <a:p>
            <a:pPr>
              <a:defRPr sz="2600" b="1">
                <a:solidFill>
                  <a:srgbClr val="0F2027"/>
                </a:solidFill>
              </a:defRPr>
            </a:pPr>
            <a:r>
              <a:t>FY2025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EE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Total Authorized Expenditure</a:t>
            </a:r>
          </a:p>
          <a:p>
            <a:pPr>
              <a:defRPr sz="2600" b="1">
                <a:solidFill>
                  <a:srgbClr val="0F2027"/>
                </a:solidFill>
              </a:defRPr>
            </a:pPr>
            <a:r>
              <a:t>$4.5 Million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108960" cy="2011680"/>
          </a:xfrm>
          <a:prstGeom prst="roundRect">
            <a:avLst/>
          </a:prstGeom>
          <a:solidFill>
            <a:srgbClr val="EE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Authorized FTE Target</a:t>
            </a:r>
          </a:p>
          <a:p>
            <a:pPr>
              <a:defRPr sz="2600" b="1">
                <a:solidFill>
                  <a:srgbClr val="0F2027"/>
                </a:solidFill>
              </a:defRPr>
            </a:pPr>
            <a:r>
              <a:t>85 Headcount FTEs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Georgia"/>
              </a:defRPr>
            </a:pPr>
            <a:r>
              <a:t>Operational Units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Cost Center / Dept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Q1 Outlay to Date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Full Year Planned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$510,000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$2,100,000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Marketing &amp;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$290,000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$1,200,000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Operations &amp;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$180,000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$800,000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Human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$95,000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$400,000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Georgia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
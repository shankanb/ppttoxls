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4E78"/>
                </a:solidFill>
                <a:latin typeface="Arial"/>
              </a:defRPr>
            </a:pPr>
            <a:r>
              <a:t>Corporate Financial Plan FY2025</a:t>
            </a:r>
          </a:p>
          <a:p>
            <a:pPr>
              <a:defRPr sz="2000">
                <a:solidFill>
                  <a:srgbClr val="595959"/>
                </a:solidFill>
                <a:latin typeface="Arial"/>
              </a:defRPr>
            </a:pPr>
            <a:r>
              <a:t>Executive Budget Review &amp; Departmental Allocations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800"/>
            </a:pPr>
            <a:r>
              <a:t>• Fiscal Year: FY2025</a:t>
            </a:r>
          </a:p>
          <a:p>
            <a:pPr>
              <a:spcAft>
                <a:spcPts val="1400"/>
              </a:spcAft>
              <a:defRPr sz="1800"/>
            </a:pPr>
            <a:r>
              <a:t>• Total Approved Budget: $4,500,000 across all core operational divisions</a:t>
            </a:r>
          </a:p>
          <a:p>
            <a:pPr>
              <a:spcAft>
                <a:spcPts val="1400"/>
              </a:spcAft>
              <a:defRPr sz="1800"/>
            </a:pPr>
            <a:r>
              <a:t>• Approved Headcount Target: 85 FTEs by end of Q4</a:t>
            </a:r>
          </a:p>
          <a:p>
            <a:pPr>
              <a:spcAft>
                <a:spcPts val="1400"/>
              </a:spcAft>
              <a:defRPr sz="1800"/>
            </a:pPr>
            <a:r>
              <a:t>• Priority focus on scalable engineering infrastructure and strategic sales expansion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8"/>
                </a:solidFill>
              </a:defRPr>
            </a:pPr>
            <a:r>
              <a:t>Departmental Budget Allocation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100584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2514600"/>
                <a:gridCol w="2514600"/>
                <a:gridCol w="2514600"/>
              </a:tblGrid>
              <a:tr h="64008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Department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Planned Spend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Q1 Actual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Priority</a:t>
                      </a:r>
                    </a:p>
                  </a:txBody>
                  <a:tcPr>
                    <a:solidFill>
                      <a:srgbClr val="2F559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$2,100,000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$510,000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Critical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Marketing &amp; 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$1,200,000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$290,000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High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Operations &amp;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$800,000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$180,000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Medium</a:t>
                      </a:r>
                    </a:p>
                  </a:txBody>
                  <a:tcPr/>
                </a:tc>
              </a:tr>
              <a:tr h="64008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Human Resources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$400,000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$95,000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t>Standard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